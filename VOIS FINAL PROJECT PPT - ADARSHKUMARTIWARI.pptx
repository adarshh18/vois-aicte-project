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216" y="9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arshh18/VOIS-AICTE-PROJECT.git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93308" y="3527447"/>
            <a:ext cx="5240804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 – </a:t>
            </a:r>
            <a:r>
              <a:rPr lang="en-US" b="0" dirty="0">
                <a:solidFill>
                  <a:srgbClr val="002060"/>
                </a:solidFill>
              </a:rPr>
              <a:t>Adarsh Kumar Tiwari 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92" y="2085915"/>
            <a:ext cx="5327746" cy="101679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</a:t>
            </a:r>
            <a:br>
              <a:rPr lang="en-GB" sz="3200" dirty="0"/>
            </a:br>
            <a:r>
              <a:rPr lang="en-US" sz="2200" dirty="0">
                <a:solidFill>
                  <a:srgbClr val="0070C0"/>
                </a:solidFill>
              </a:rPr>
              <a:t>AI-Based Network Intrusion Detection System (AI-NIDS)</a:t>
            </a:r>
            <a:br>
              <a:rPr lang="en-GB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493308" y="4084144"/>
            <a:ext cx="609263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[AICTE ID :</a:t>
            </a:r>
            <a:r>
              <a:rPr lang="en-IN" dirty="0"/>
              <a:t>STU6839f5a30695a1748628899 </a:t>
            </a:r>
            <a:r>
              <a:rPr lang="en-US" b="0" dirty="0">
                <a:solidFill>
                  <a:schemeClr val="tx1"/>
                </a:solidFill>
              </a:rPr>
              <a:t> ]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677" y="1945895"/>
            <a:ext cx="6431280" cy="360798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Modern computer networks face a large number of cyber-attacks such as DDoS, brute force, and malicious traffic.</a:t>
            </a:r>
            <a:br>
              <a:rPr lang="en-US" sz="1800" dirty="0"/>
            </a:br>
            <a:r>
              <a:rPr lang="en-US" sz="1800" dirty="0"/>
              <a:t>Traditional intrusion detection systems are rule-based and fail to detect new or complex attack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There is a need for an intelligent, automated, and explainable system that can:</a:t>
            </a:r>
          </a:p>
          <a:p>
            <a:r>
              <a:rPr lang="en-US" sz="1800" dirty="0"/>
              <a:t>Detect network intrusions accurately</a:t>
            </a:r>
          </a:p>
          <a:p>
            <a:r>
              <a:rPr lang="en-US" sz="1800" dirty="0"/>
              <a:t>Classify traffic as benign or malicious</a:t>
            </a:r>
          </a:p>
          <a:p>
            <a:r>
              <a:rPr lang="en-US" sz="1800" dirty="0"/>
              <a:t>Help students understand </a:t>
            </a:r>
            <a:r>
              <a:rPr lang="en-US" sz="1800" i="1" dirty="0"/>
              <a:t>why</a:t>
            </a:r>
            <a:r>
              <a:rPr lang="en-US" sz="1800" dirty="0"/>
              <a:t> a packet is marked as an attack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4"/>
            <a:ext cx="6276109" cy="671894"/>
          </a:xfrm>
        </p:spPr>
        <p:txBody>
          <a:bodyPr>
            <a:noAutofit/>
          </a:bodyPr>
          <a:lstStyle/>
          <a:p>
            <a:r>
              <a:rPr lang="en-GB" sz="4000" dirty="0"/>
              <a:t>Project Description</a:t>
            </a:r>
            <a:br>
              <a:rPr lang="en-GB" sz="1800" dirty="0"/>
            </a:br>
            <a:br>
              <a:rPr lang="en-GB" sz="1800" dirty="0"/>
            </a:br>
            <a:br>
              <a:rPr lang="en-GB" sz="1800" dirty="0"/>
            </a:br>
            <a:br>
              <a:rPr lang="en-US" sz="1800" dirty="0"/>
            </a:b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BAE2A-80CD-CB99-CF4E-9CFFE13F96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9376" y="2133464"/>
            <a:ext cx="7495108" cy="4106891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/>
              <a:t>This project implements an AI-Based Network Intrusion Detection System (NIDS) using Machine Learning and AI explanation.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/>
              <a:t>Key highlights:</a:t>
            </a:r>
          </a:p>
          <a:p>
            <a:r>
              <a:rPr lang="en-US" sz="2600" dirty="0"/>
              <a:t>Uses Random Forest Classifier to detect network attacks</a:t>
            </a:r>
          </a:p>
          <a:p>
            <a:r>
              <a:rPr lang="en-US" sz="2600" dirty="0"/>
              <a:t>Trained on real-world CIC-IDS DDoS dataset</a:t>
            </a:r>
          </a:p>
          <a:p>
            <a:r>
              <a:rPr lang="en-US" sz="2600" dirty="0"/>
              <a:t>Built using </a:t>
            </a:r>
            <a:r>
              <a:rPr lang="en-US" sz="2600" dirty="0" err="1"/>
              <a:t>Streamlit</a:t>
            </a:r>
            <a:r>
              <a:rPr lang="en-US" sz="2600" dirty="0"/>
              <a:t> for an interactive dashboard</a:t>
            </a:r>
          </a:p>
          <a:p>
            <a:r>
              <a:rPr lang="en-US" sz="2600" dirty="0"/>
              <a:t>Integrates </a:t>
            </a:r>
            <a:r>
              <a:rPr lang="en-US" sz="2600" dirty="0" err="1"/>
              <a:t>Groq</a:t>
            </a:r>
            <a:r>
              <a:rPr lang="en-US" sz="2600" dirty="0"/>
              <a:t> AI (LLAMA model) to explain packet behavior in simple language</a:t>
            </a:r>
          </a:p>
          <a:p>
            <a:r>
              <a:rPr lang="en-US" sz="2600" dirty="0"/>
              <a:t>Simulates live packet capture for learning and demonstration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 system helps students and beginners understand how ML detects cyber-attacks.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Cybersecurity Students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Computer Science Students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Beginners learning Network Security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Academic Researchers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Faculty for demonstrations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Training &amp; Internship Programs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63105"/>
            <a:ext cx="9027702" cy="5243448"/>
          </a:xfrm>
        </p:spPr>
        <p:txBody>
          <a:bodyPr>
            <a:normAutofit fontScale="9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Programming Language: Python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Frontend: </a:t>
            </a:r>
            <a:r>
              <a:rPr lang="en-IN" dirty="0" err="1"/>
              <a:t>Streamlit</a:t>
            </a: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Machine Learning Algorithm: Random Forest Classifier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Libraries Used: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NumPy</a:t>
            </a:r>
          </a:p>
          <a:p>
            <a:r>
              <a:rPr lang="en-IN" dirty="0"/>
              <a:t>Scikit-Learn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AI Explanation Engine: </a:t>
            </a:r>
            <a:r>
              <a:rPr lang="en-IN" dirty="0" err="1"/>
              <a:t>Groq</a:t>
            </a:r>
            <a:r>
              <a:rPr lang="en-IN" dirty="0"/>
              <a:t> API (LLAMA-3.3-70B Model)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Dataset: CIC-IDS DDoS CSV Dataset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Platform: Web-based Application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820889-BAA1-9602-17C3-4B215923F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3" y="1457848"/>
            <a:ext cx="4031584" cy="21176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586253-4624-A46B-D310-14C479EDD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58" y="1457848"/>
            <a:ext cx="4025968" cy="21176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4E4FBF7-6370-CB03-1352-B8B213AC3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4220" y="3857707"/>
            <a:ext cx="4025968" cy="211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59BC5F-675F-E695-EFF2-6591BDB24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6" y="2344567"/>
            <a:ext cx="4295485" cy="2262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5B3AEC-7B50-1E86-AB1C-71CDEBD4E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127" y="2344567"/>
            <a:ext cx="4325565" cy="226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36C29-601C-39FB-6DD0-297851BE7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61" y="1432495"/>
            <a:ext cx="6849431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1466F-1876-C902-0D65-5023686A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71" y="1204168"/>
            <a:ext cx="7107068" cy="505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9A780-EB6D-01DC-092F-99B7388F5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46" y="1340916"/>
            <a:ext cx="698279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602759" y="1966349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73A22-4301-3B73-D1C2-83321A5785B8}"/>
              </a:ext>
            </a:extLst>
          </p:cNvPr>
          <p:cNvSpPr txBox="1"/>
          <p:nvPr/>
        </p:nvSpPr>
        <p:spPr>
          <a:xfrm>
            <a:off x="2574266" y="3244334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https://github.com/Adarshh18/VOIS-AICTE-PROJECT.git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2" y="291240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587</TotalTime>
  <Words>296</Words>
  <Application>Microsoft Office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– AI-Based Network Intrusion Detection System (AI-NIDS) </vt:lpstr>
      <vt:lpstr>PROBLEM  STATEMENT</vt:lpstr>
      <vt:lpstr>Project Description  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Manish Tiwari</cp:lastModifiedBy>
  <cp:revision>77</cp:revision>
  <dcterms:created xsi:type="dcterms:W3CDTF">2021-07-11T13:13:15Z</dcterms:created>
  <dcterms:modified xsi:type="dcterms:W3CDTF">2026-01-08T19:28:39Z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